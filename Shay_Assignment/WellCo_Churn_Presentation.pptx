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Keeping WellCo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0C8D8"/>
                </a:solidFill>
              </a:rPr>
              <a:t>Who's at risk of leaving — and who to call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611880"/>
            <a:ext cx="5029200" cy="457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8C8C"/>
                </a:solidFill>
              </a:rPr>
              <a:t>20%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8D8"/>
                </a:solidFill>
              </a:rPr>
              <a:t>of members
churn each period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886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8C8C"/>
                </a:solidFill>
              </a:rPr>
              <a:t>10,000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17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8D8"/>
                </a:solidFill>
              </a:rPr>
              <a:t>members
analysed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3886200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8C8C"/>
                </a:solidFill>
              </a:rPr>
              <a:t>4,369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46177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8D8"/>
                </a:solidFill>
              </a:rPr>
              <a:t>members
we recommend calling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8899"/>
                </a:solidFill>
              </a:rPr>
              <a:t>WellCo Member Retention Analysis  · 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1 in 5 members leaves within two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82495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7"/>
                </a:solidFill>
              </a:rPr>
              <a:t>Across the observation period, 20% of members churned — that's roughly 2,000 people per cohort.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43200"/>
            <a:ext cx="64008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New members are three times more likely to churn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9816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7"/>
                </a:solidFill>
              </a:rPr>
              <a:t>Someone who joined last month is far more at risk than someone who has been a member for a year.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64008" cy="50292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E4A"/>
                </a:solidFill>
              </a:rPr>
              <a:t>Disengagement is the clearest warning 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17136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7"/>
                </a:solidFill>
              </a:rPr>
              <a:t>Falling app usage, fewer health page visits, and inconsistent logins all predict churn well in advance.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88720"/>
            <a:ext cx="55778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Predicts Churn?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6577"/>
                </a:solidFill>
              </a:rPr>
              <a:t>Six signals drive the model — all based on observable member behaviour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65760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📅 Membership 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New members churn 3× more. The longer someone has been with WellCo, the safer they 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600200"/>
            <a:ext cx="365760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💻 Health content browsing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1945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Reading WellCo articles on diabetes, sleep, nutrition or exercise is a strong signal of engagement.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0456" y="1600200"/>
            <a:ext cx="365760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📱 App 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1945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It's not just total logins — members who log in sporadically are more at risk than regular users.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77639"/>
            <a:ext cx="365760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🩺 Health conditions on 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Diabetes, hypertension, or nutrition counseling records are protective. WellCo's programs are working for these members.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3977639"/>
            <a:ext cx="365760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📉 Declining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5720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A drop in app sessions or health browsing in the second week is an early churn signal.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0456" y="3977639"/>
            <a:ext cx="365760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4114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🌐 Health topic variety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457200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Members who explore multiple health topics (sleep AND nutrition AND fitness) are much more engaged.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We Rank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Every member gets a Risk Score from 0 to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7"/>
                </a:solidFill>
              </a:rPr>
              <a:t>We collected 14 days of behaviour for all 10,000 members — app sessions, web visits, and health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7"/>
                </a:solidFill>
              </a:rPr>
              <a:t>A machine-learning model combined 35 behavioural signals to give each member a single churn risk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57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7"/>
                </a:solidFill>
              </a:rPr>
              <a:t>Members are ranked 1–10,000. Rank 1 is the person most likely to leave.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177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6577"/>
                </a:solidFill>
              </a:rPr>
              <a:t>The model was tested on held-out data and correctly ranks at-risk members well above chance.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39496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Our 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61872"/>
            <a:ext cx="3840480" cy="2651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8D8"/>
                </a:solidFill>
              </a:rPr>
              <a:t>Start with the 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8C8C"/>
                </a:solidFill>
              </a:rPr>
              <a:t>4,369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0C8D8"/>
                </a:solidFill>
              </a:rPr>
              <a:t>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261872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E4A"/>
                </a:solidFill>
              </a:rPr>
              <a:t>Why this number?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91640"/>
            <a:ext cx="7040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556577"/>
                </a:solidFill>
              </a:rPr>
              <a:t>Every outreach has a cost. We only recommend contacting someone when the expected benefit of keeping them exceeds the cost of the outreach. At 4,369 members, every contact pays for itself — beyond that, the benefit drops below the cost.
⚠ Note: the exact n depends on your cost-per-outreach and retention value. 4,369 assumes cost ≈ 2% of retention value — a reasonable baseline for digital outreach, but WellCo should substitute their actual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337560"/>
            <a:ext cx="224028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342900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8C8C"/>
                </a:solidFill>
              </a:rPr>
              <a:t>~79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6908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7"/>
                </a:solidFill>
              </a:rPr>
              <a:t>churns expected
to be prevented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3337560"/>
            <a:ext cx="224028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342900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8C8C"/>
                </a:solidFill>
              </a:rPr>
              <a:t>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06908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7"/>
                </a:solidFill>
              </a:rPr>
              <a:t>of members
targeted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3337560"/>
            <a:ext cx="2240280" cy="150876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342900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8C8C"/>
                </a:solidFill>
              </a:rPr>
              <a:t>1.5×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06908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6577"/>
                </a:solidFill>
              </a:rPr>
              <a:t>more effective
than random outreach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11247120" cy="150876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E4A"/>
                </a:solidFill>
              </a:rPr>
              <a:t>How to use the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778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6577"/>
                </a:solidFill>
              </a:rPr>
              <a:t>The attached file ranks all 10,000 test members by churn risk. Start at rank 1 and work down. Members who have recently joined and show low app engagement are highest priority. For members with health conditions on file (diabetes, hypertension), a condition-specific message may be more effective than a generic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