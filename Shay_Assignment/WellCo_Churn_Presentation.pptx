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08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</a:rPr>
              <a:t>Keeping WellCo Members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432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B0C8D8"/>
                </a:solidFill>
              </a:rPr>
              <a:t>Who's at risk of leaving — and who to call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611880"/>
            <a:ext cx="5029200" cy="45720"/>
          </a:xfrm>
          <a:prstGeom prst="rect">
            <a:avLst/>
          </a:prstGeom>
          <a:solidFill>
            <a:srgbClr val="008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88620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008C8C"/>
                </a:solidFill>
              </a:rPr>
              <a:t>20%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617720"/>
            <a:ext cx="3474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B0C8D8"/>
                </a:solidFill>
              </a:rPr>
              <a:t>of members
churn each period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388620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008C8C"/>
                </a:solidFill>
              </a:rPr>
              <a:t>10,000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4617720"/>
            <a:ext cx="3474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B0C8D8"/>
                </a:solidFill>
              </a:rPr>
              <a:t>members
analysed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59" y="388620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008C8C"/>
                </a:solidFill>
              </a:rPr>
              <a:t>4,369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59" y="4617720"/>
            <a:ext cx="3474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B0C8D8"/>
                </a:solidFill>
              </a:rPr>
              <a:t>members
we recommend calling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355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8899"/>
                </a:solidFill>
              </a:rPr>
              <a:t>WellCo Member Retention Analysis  ·  July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08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25880"/>
            <a:ext cx="64008" cy="502920"/>
          </a:xfrm>
          <a:prstGeom prst="rect">
            <a:avLst/>
          </a:prstGeom>
          <a:solidFill>
            <a:srgbClr val="008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28016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2E4A"/>
                </a:solidFill>
              </a:rPr>
              <a:t>1 in 5 members leaves within two weeks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682495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6577"/>
                </a:solidFill>
              </a:rPr>
              <a:t>Across the observation period, 20% of members churned — that's roughly 2,000 people per cohort.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43200"/>
            <a:ext cx="64008" cy="502920"/>
          </a:xfrm>
          <a:prstGeom prst="rect">
            <a:avLst/>
          </a:prstGeom>
          <a:solidFill>
            <a:srgbClr val="008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974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2E4A"/>
                </a:solidFill>
              </a:rPr>
              <a:t>New members are three times more likely to churn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99816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6577"/>
                </a:solidFill>
              </a:rPr>
              <a:t>Someone who joined last month is far more at risk than someone who has been a member for a year.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160520"/>
            <a:ext cx="64008" cy="502920"/>
          </a:xfrm>
          <a:prstGeom prst="rect">
            <a:avLst/>
          </a:prstGeom>
          <a:solidFill>
            <a:srgbClr val="008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11480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2E4A"/>
                </a:solidFill>
              </a:rPr>
              <a:t>Disengagement is the clearest warning 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517136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6577"/>
                </a:solidFill>
              </a:rPr>
              <a:t>Falling app usage, fewer health page visits, and inconsistent logins all predict churn well in advance.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188720"/>
            <a:ext cx="557784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08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What Predicts Churn?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6577"/>
                </a:solidFill>
              </a:rPr>
              <a:t>Six signals drive the model — all based on observable member behaviour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00200"/>
            <a:ext cx="3657600" cy="214884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E4A"/>
                </a:solidFill>
              </a:rPr>
              <a:t>📅 Membership 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33832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6577"/>
                </a:solidFill>
              </a:rPr>
              <a:t>New members churn 3× more. The longer someone has been with WellCo, the safer they are.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1688" y="1600200"/>
            <a:ext cx="3657600" cy="214884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98848" y="17373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E4A"/>
                </a:solidFill>
              </a:rPr>
              <a:t>💻 Health content browsing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8" y="2194560"/>
            <a:ext cx="33832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6577"/>
                </a:solidFill>
              </a:rPr>
              <a:t>Reading WellCo articles on diabetes, sleep, nutrition or exercise is a strong signal of engagement.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0456" y="1600200"/>
            <a:ext cx="3657600" cy="214884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57616" y="17373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E4A"/>
                </a:solidFill>
              </a:rPr>
              <a:t>📱 App consistency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7616" y="2194560"/>
            <a:ext cx="33832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6577"/>
                </a:solidFill>
              </a:rPr>
              <a:t>It's not just total logins — members who log in sporadically are more at risk than regular users.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977639"/>
            <a:ext cx="3657600" cy="214884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1148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E4A"/>
                </a:solidFill>
              </a:rPr>
              <a:t>🩺 Health conditions on 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572000"/>
            <a:ext cx="33832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6577"/>
                </a:solidFill>
              </a:rPr>
              <a:t>Diabetes, hypertension, or nutrition counseling records are protective. WellCo's programs are working for these members.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61688" y="3977639"/>
            <a:ext cx="3657600" cy="214884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98848" y="41148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E4A"/>
                </a:solidFill>
              </a:rPr>
              <a:t>📉 Declining activity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98848" y="4572000"/>
            <a:ext cx="33832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6577"/>
                </a:solidFill>
              </a:rPr>
              <a:t>A drop in app sessions or health browsing in the second week is an early churn signal.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0456" y="3977639"/>
            <a:ext cx="3657600" cy="214884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57616" y="41148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E4A"/>
                </a:solidFill>
              </a:rPr>
              <a:t>🌐 Health topic variety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7616" y="4572000"/>
            <a:ext cx="33832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6577"/>
                </a:solidFill>
              </a:rPr>
              <a:t>Members who explore multiple health topics (sleep AND nutrition AND fitness) are much more engaged.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08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How We Rank Members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61872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E4A"/>
                </a:solidFill>
              </a:rPr>
              <a:t>Every member gets a Risk Score from 0 to 1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457200" cy="457200"/>
          </a:xfrm>
          <a:prstGeom prst="rect">
            <a:avLst/>
          </a:prstGeom>
          <a:solidFill>
            <a:srgbClr val="008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73736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6577"/>
                </a:solidFill>
              </a:rPr>
              <a:t>We collected 14 days of behaviour for all 10,000 members — app sessions, web visits, and health records.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97480"/>
            <a:ext cx="457200" cy="457200"/>
          </a:xfrm>
          <a:prstGeom prst="rect">
            <a:avLst/>
          </a:prstGeom>
          <a:solidFill>
            <a:srgbClr val="008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697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69748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6577"/>
                </a:solidFill>
              </a:rPr>
              <a:t>A machine-learning model combined 35 behavioural signals to give each member a single churn risk score.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657600"/>
            <a:ext cx="457200" cy="457200"/>
          </a:xfrm>
          <a:prstGeom prst="rect">
            <a:avLst/>
          </a:prstGeom>
          <a:solidFill>
            <a:srgbClr val="008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657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65760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6577"/>
                </a:solidFill>
              </a:rPr>
              <a:t>Members are ranked 1–10,000. Rank 1 is the person most likely to leave.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617720"/>
            <a:ext cx="457200" cy="457200"/>
          </a:xfrm>
          <a:prstGeom prst="rect">
            <a:avLst/>
          </a:prstGeom>
          <a:solidFill>
            <a:srgbClr val="008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6177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61772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6577"/>
                </a:solidFill>
              </a:rPr>
              <a:t>The model was tested on held-out data and correctly ranks at-risk members well above chance.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188720"/>
            <a:ext cx="539496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08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Our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61872"/>
            <a:ext cx="3840480" cy="265176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B0C8D8"/>
                </a:solidFill>
              </a:rPr>
              <a:t>Start with the top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008C8C"/>
                </a:solidFill>
              </a:rPr>
              <a:t>4,369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B0C8D8"/>
                </a:solidFill>
              </a:rPr>
              <a:t>members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261872"/>
            <a:ext cx="7040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E4A"/>
                </a:solidFill>
              </a:rPr>
              <a:t>Why this number?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691640"/>
            <a:ext cx="70408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6577"/>
                </a:solidFill>
              </a:rPr>
              <a:t>Every outreach has a cost. We only recommend contacting someone when the expected benefit of keeping them — preventing a churn — is worth more than the cost of the call or message. At 4,369 members, every contact pays for itself. Beyond that, the benefit drops below the cost.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0" y="3337560"/>
            <a:ext cx="2240280" cy="15087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3429000"/>
            <a:ext cx="2057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008C8C"/>
                </a:solidFill>
              </a:rPr>
              <a:t>~79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4069080"/>
            <a:ext cx="2057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56577"/>
                </a:solidFill>
              </a:rPr>
              <a:t>churns expected
to be prevented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0" y="3337560"/>
            <a:ext cx="2240280" cy="15087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23760" y="3429000"/>
            <a:ext cx="2057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008C8C"/>
                </a:solidFill>
              </a:rPr>
              <a:t>44%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4069080"/>
            <a:ext cx="2057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56577"/>
                </a:solidFill>
              </a:rPr>
              <a:t>of members
targeted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509760" y="3337560"/>
            <a:ext cx="2240280" cy="15087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0" y="3429000"/>
            <a:ext cx="2057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008C8C"/>
                </a:solidFill>
              </a:rPr>
              <a:t>1.5×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4069080"/>
            <a:ext cx="2057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56577"/>
                </a:solidFill>
              </a:rPr>
              <a:t>more effective
than random outreach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074920"/>
            <a:ext cx="11247120" cy="1508760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166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E4A"/>
                </a:solidFill>
              </a:rPr>
              <a:t>How to use the list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57784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6577"/>
                </a:solidFill>
              </a:rPr>
              <a:t>The attached file ranks all 10,000 test members by churn risk. Start at rank 1 and work down. Members who have recently joined and show low app engagement are highest priority. For members with health conditions on file (diabetes, hypertension), a condition-specific message may be more effective than a generic one.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